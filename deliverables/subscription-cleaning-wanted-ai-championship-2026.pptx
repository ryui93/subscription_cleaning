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be05cb456a4f40" /><Relationship Type="http://schemas.openxmlformats.org/officeDocument/2006/relationships/extended-properties" Target="/docProps/app.xml" Id="R227f92756af640d4" /><Relationship Type="http://schemas.openxmlformats.org/officeDocument/2006/relationships/officeDocument" Target="/ppt/presentation.xml" Id="R83f064286c0f40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ba0bb245ca4ecd"/>
  </p:sldMasterIdLst>
  <p:notesMasterIdLst>
    <p:notesMasterId xmlns:r="http://schemas.openxmlformats.org/officeDocument/2006/relationships" r:id="Rf5ca0f4503a24c83"/>
  </p:notesMasterIdLst>
  <p:sldIdLst>
    <p:sldId xmlns:r="http://schemas.openxmlformats.org/officeDocument/2006/relationships" id="256" r:id="Rc49e9e400b324fc6"/>
    <p:sldId xmlns:r="http://schemas.openxmlformats.org/officeDocument/2006/relationships" id="257" r:id="Re677eb668c8b463d"/>
    <p:sldId xmlns:r="http://schemas.openxmlformats.org/officeDocument/2006/relationships" id="258" r:id="R72f5d2c9ca2c4ce3"/>
    <p:sldId xmlns:r="http://schemas.openxmlformats.org/officeDocument/2006/relationships" id="259" r:id="Rdc2781ca200d49ef"/>
    <p:sldId xmlns:r="http://schemas.openxmlformats.org/officeDocument/2006/relationships" id="260" r:id="Rc13e43d3c16848c8"/>
    <p:sldId xmlns:r="http://schemas.openxmlformats.org/officeDocument/2006/relationships" id="261" r:id="Reebb75b7f5ed489f"/>
    <p:sldId xmlns:r="http://schemas.openxmlformats.org/officeDocument/2006/relationships" id="262" r:id="R24df89ed5ae644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523ed502fa4c8d" /><Relationship Type="http://schemas.openxmlformats.org/officeDocument/2006/relationships/slideMaster" Target="/ppt/slideMasters/slideMaster1.xml" Id="Ra6ba0bb245ca4ecd" /><Relationship Type="http://schemas.openxmlformats.org/officeDocument/2006/relationships/notesMaster" Target="/ppt/notesMasters/notesMaster1.xml" Id="Rf5ca0f4503a24c83" /><Relationship Type="http://schemas.openxmlformats.org/officeDocument/2006/relationships/presProps" Target="/ppt/presProps.xml" Id="R4fd238b729674be4" /><Relationship Type="http://schemas.openxmlformats.org/officeDocument/2006/relationships/tableStyles" Target="/ppt/tableStyles.xml" Id="R784db986dfbf41e9" /><Relationship Type="http://schemas.openxmlformats.org/officeDocument/2006/relationships/slide" Target="/ppt/slides/slide1.xml" Id="Rc49e9e400b324fc6" /><Relationship Type="http://schemas.openxmlformats.org/officeDocument/2006/relationships/slide" Target="/ppt/slides/slide2.xml" Id="Re677eb668c8b463d" /><Relationship Type="http://schemas.openxmlformats.org/officeDocument/2006/relationships/slide" Target="/ppt/slides/slide3.xml" Id="R72f5d2c9ca2c4ce3" /><Relationship Type="http://schemas.openxmlformats.org/officeDocument/2006/relationships/slide" Target="/ppt/slides/slide4.xml" Id="Rdc2781ca200d49ef" /><Relationship Type="http://schemas.openxmlformats.org/officeDocument/2006/relationships/slide" Target="/ppt/slides/slide5.xml" Id="Rc13e43d3c16848c8" /><Relationship Type="http://schemas.openxmlformats.org/officeDocument/2006/relationships/slide" Target="/ppt/slides/slide6.xml" Id="Reebb75b7f5ed489f" /><Relationship Type="http://schemas.openxmlformats.org/officeDocument/2006/relationships/slide" Target="/ppt/slides/slide7.xml" Id="R24df89ed5ae644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2d256a61ca42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06d89b79de47cd" /><Relationship Type="http://schemas.openxmlformats.org/officeDocument/2006/relationships/notesMaster" Target="/ppt/notesMasters/notesMaster1.xml" Id="R4c554148f8e54c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6970ce9eef4e08" /><Relationship Type="http://schemas.openxmlformats.org/officeDocument/2006/relationships/notesMaster" Target="/ppt/notesMasters/notesMaster1.xml" Id="R96170584cca94a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b80da7660641da" /><Relationship Type="http://schemas.openxmlformats.org/officeDocument/2006/relationships/notesMaster" Target="/ppt/notesMasters/notesMaster1.xml" Id="Rb17e4e4a8c0b43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b1d7c2538a4507" /><Relationship Type="http://schemas.openxmlformats.org/officeDocument/2006/relationships/notesMaster" Target="/ppt/notesMasters/notesMaster1.xml" Id="R46d7e8e8b13845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7adc8768c24053" /><Relationship Type="http://schemas.openxmlformats.org/officeDocument/2006/relationships/notesMaster" Target="/ppt/notesMasters/notesMaster1.xml" Id="Ra00a378bba554c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38fd0843804788" /><Relationship Type="http://schemas.openxmlformats.org/officeDocument/2006/relationships/notesMaster" Target="/ppt/notesMasters/notesMaster1.xml" Id="R808b398c10994b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ae56923c7b4033" /><Relationship Type="http://schemas.openxmlformats.org/officeDocument/2006/relationships/notesMaster" Target="/ppt/notesMasters/notesMaster1.xml" Id="Rffb56b4fa8b94d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이름과 한 문장 가치 제안을 먼저 보여줍니다. 이 프로젝트는 반복 결제를 찾는 데서 끝나지 않고, AI가 사용자가 취할 다음 행동까지 설명하는 점이 핵심입니다.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반복 결제 관리의 문제를 ‘기록 부족’이 아니라 ‘판단할 수 있는 형태로 보이지 않음’으로 정의합니다.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서비스의 전체 흐름을 4단계로 보여줍니다. 입력 장벽을 낮추고, 결과를 행동으로 연결하는 것이 중요한 설계입니다.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시연 화면은 샘플 결제내역을 분석한 실제 로컬 실행 결과입니다. 14건에서 5개 후보가 생성되고, 결제처가 통합·분류됩니다. 분석 버튼을 다시 누르면 전체 후보의 AI 설명을 한 번에 요청합니다.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기능의 핵심은 데이터를 더 많이 보내는 것이 아니라, 필요한 정보만 구조화해서 보내는 것입니다. Google Gemini API 호출은 Vercel 서버 함수에서 수행하고, 연결이 없을 때도 시연 가능한 대체 설명을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Gemini Generate Content API: https://ai.google.dev/api/generate-content</a:t>
            </a:r>
          </a:p>
          <a:p xmlns:a="http://schemas.openxmlformats.org/drawingml/2006/main">
            <a:r>
              <a:t>- Gemini structured outputs: https://ai.google.dev/gemini-api/docs/structured-output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AI를 기능 시연으로 끝내지 않고, 결제처 통합과 분류 결과를 사용자의 상태 선택과 절약 목표 확인까지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마지막에는 기능 목록보다 사용자가 얻게 되는 행동 변화를 남깁니다. 공식 대회는 자유 주제이며 실제 문제 해결과 AI 활용 적절성을 평가하므로, 서비스 링크와 AI 기능을 함께 제시합니다.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Wanted AI Championship 2026 official guide: https://static.wanted.co.kr/ai-championship/2026/landing.html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f0ffd548d246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21204c08904ace" /><Relationship Type="http://schemas.openxmlformats.org/officeDocument/2006/relationships/slideLayout" Target="/ppt/slideLayouts/slideLayout1.xml" Id="R3cb683abfdd741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683abfdd741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dcc3d478c4014" /><Relationship Type="http://schemas.openxmlformats.org/officeDocument/2006/relationships/image" Target="/ppt/media/image.png" Id="Raaba8cc343594f86" /><Relationship Type="http://schemas.openxmlformats.org/officeDocument/2006/relationships/notesSlide" Target="/ppt/notesSlides/notesSlide1.xml" Id="Race6f5a8d92947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9fde4ab1c49a9" /><Relationship Type="http://schemas.openxmlformats.org/officeDocument/2006/relationships/notesSlide" Target="/ppt/notesSlides/notesSlide2.xml" Id="R23eb9732c81542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3844c61d44970" /><Relationship Type="http://schemas.openxmlformats.org/officeDocument/2006/relationships/notesSlide" Target="/ppt/notesSlides/notesSlide3.xml" Id="R269b89b99f844b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310cbee39455d" /><Relationship Type="http://schemas.openxmlformats.org/officeDocument/2006/relationships/image" Target="/ppt/media/image2.png" Id="R9757a93e81e64c38" /><Relationship Type="http://schemas.openxmlformats.org/officeDocument/2006/relationships/notesSlide" Target="/ppt/notesSlides/notesSlide4.xml" Id="R74580479fac044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c90cd1cf24aeb" /><Relationship Type="http://schemas.openxmlformats.org/officeDocument/2006/relationships/notesSlide" Target="/ppt/notesSlides/notesSlide5.xml" Id="R7cdba1115c2449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5f54c4a694ec9" /><Relationship Type="http://schemas.openxmlformats.org/officeDocument/2006/relationships/notesSlide" Target="/ppt/notesSlides/notesSlide6.xml" Id="R1ab8ffc7b9e548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9bcee3f6574a7b" /><Relationship Type="http://schemas.openxmlformats.org/officeDocument/2006/relationships/notesSlide" Target="/ppt/notesSlides/notesSlide7.xml" Id="R23c1d50a9f9d42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363B0-3BCB-4232-ACCD-8E4EB8F6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8A360-205C-4A30-8963-3211DEAD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</a:defRPr>
            </a:pPr>
            <a:r>
              <a:rPr sz="43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4B4F9D-32A1-4076-83C5-D72D1AFE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5334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결제내역을 붙여넣으면</a:t>
            </a:r>
          </a:p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AI가 다음 행동까지 설명합니다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4ABB8-6863-420A-B757-F1608DFD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53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Wanted AI Championship 2026  ·  출품 발표자료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0D65D-2085-4C5A-9D62-3F0450F1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23900"/>
            <a:ext cx="3048000" cy="533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FFFDFA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a8cc343594f86"/>
          <a:stretch xmlns:a="http://schemas.openxmlformats.org/drawingml/2006/main"/>
        </p:blipFill>
        <p:spPr>
          <a:xfrm xmlns:a="http://schemas.openxmlformats.org/drawingml/2006/main">
            <a:off x="8286750" y="1020233"/>
            <a:ext cx="2667000" cy="4741333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</p:spTree>
    <p:extLst>
      <p:ext uri="{BB962C8B-B14F-4D97-AF65-F5344CB8AC3E}">
        <p14:creationId xmlns:p14="http://schemas.microsoft.com/office/powerpoint/2010/main" val="12297255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DACBBE-4D23-47EF-8DB8-8B16357C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45DAA9-DE18-453B-936B-3927A966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문제는 지출이 아니라 기억의 빈틈입니다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23DAC-A0C8-4DE0-B92A-F15B8E70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3D99D-CACC-4929-974E-EA4C5C15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매달 빠져나가는 결제는 여러 카드와 서비스에 흩어져 있고,</a:t>
            </a:r>
          </a:p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사용자는 그 결제가 아직 필요한지 다시 판단할 순간을 놓칩니다.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C32F3-E6EA-4DC0-A218-B89022CF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63CD2-7B3A-48FA-8CB8-2A61FB79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8060"/>
                </a:solidFill>
              </a:defRPr>
            </a:pPr>
            <a:r>
              <a:rPr sz="1650" b="1" i="0">
                <a:solidFill>
                  <a:srgbClr val="118060"/>
                </a:solidFill>
              </a:rPr>
              <a:t>흩어진 흔적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D89B25-66E7-4FDC-B40D-F93EF8D1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 문자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카드앱 알림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앱스토어·간편결제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0171C-E8F7-49CB-8B8F-64970E33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5ED8C-99B7-4BA0-A840-2D6602C6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0644F"/>
                </a:solidFill>
              </a:defRPr>
            </a:pPr>
            <a:r>
              <a:rPr sz="1650" b="1" i="0">
                <a:solidFill>
                  <a:srgbClr val="E0644F"/>
                </a:solidFill>
              </a:rPr>
              <a:t>놓치는 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B25D6-F012-4DD8-B5EB-1EE162BB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이게 구독인가?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다음 결제일은 언제인가?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계속 써야 하나?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48B5D5-4D9B-49FC-AE4C-B56DFA75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285750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19DF38-A647-4F35-9353-6C8D3969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D23F"/>
                </a:solidFill>
              </a:defRPr>
            </a:pPr>
            <a:r>
              <a:rPr sz="1500" b="1" i="0">
                <a:solidFill>
                  <a:srgbClr val="FFD23F"/>
                </a:solidFill>
              </a:rPr>
              <a:t>구독청소의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599A4-E6D1-4ECD-86B6-194A49B2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“이번 달에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반복해서 빠지는 돈은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얼마인가?”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865C49-1C36-424B-934D-5E47434B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20229284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E0E739-8A53-4642-9DD0-CED61364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180A1-CA83-46B0-8F93-99B81F63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붙여넣기 한 번이 점검 루틴을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4A8525-6EC3-4577-B2CE-093B0842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41B6B-13DB-47B4-B7E4-3498159E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49D588-0278-49EF-B37E-4A48EA6D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6D5F97-075C-4CAD-9D0A-E47F89B8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4AEF0-0536-496C-86F7-CB45C9B5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붙여넣기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779D3-D606-4CAA-83B9-2754556C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카드 문자·앱 알림·CSV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0BF113-2A70-451A-9ED9-659A7784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87BF9B-990F-451F-A92E-2537E029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71C7C-93FB-4CAB-929E-3C876A4A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5E447-D976-42E1-B209-AB48D8BC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통합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03427A-2C9F-4E43-BCB0-B96F42B8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APPLE.COM/BILL → Apple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C125F-B6D1-4007-9639-7A041238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74FF47-1761-4CD4-B30A-74929498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CD48FA-FA70-4DEB-9111-E9308D20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AF7FFB-739C-488A-A321-7FF4B1C9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후보화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0AD0D-ABE7-4AB4-8E92-FCB7D3EB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분류·주기·신뢰도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7744AF-D6FB-4D52-B3C7-0915E99F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D7BFA0-E1E2-45DA-8579-CBADC6E8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D23F"/>
                </a:solidFill>
              </a:defRPr>
            </a:pPr>
            <a:r>
              <a:rPr sz="1200" b="1" i="0">
                <a:solidFill>
                  <a:srgbClr val="FFD23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466179-1522-4B46-886D-E8ADEC20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행동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D2792-C5E7-4630-8EBE-6DCF8423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FEEE7"/>
                </a:solidFill>
              </a:defRPr>
            </a:pPr>
            <a:r>
              <a:rPr sz="1275" b="1" i="0">
                <a:solidFill>
                  <a:srgbClr val="DFEEE7"/>
                </a:solidFill>
              </a:rPr>
              <a:t>우선순위·절약액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ECECDD-F5E8-4A80-A485-9F8F6B92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3756E"/>
                </a:solidFill>
              </a:defRPr>
            </a:pPr>
            <a:r>
              <a:rPr sz="1500" b="1" i="0">
                <a:solidFill>
                  <a:srgbClr val="63756E"/>
                </a:solidFill>
              </a:rPr>
              <a:t>기본 분석은 브라우저에서 실행되고, 사용자가 분석을 누를 때만 전체 후보의 최소 요약값을 AI에 전달합니다.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C53D69-EEE2-485B-AAE6-14C1A292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0379648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F19913-EB1C-4121-9D46-9D78F01B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3A73C-B9A5-427B-82B5-637D8D13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14건의 결제내역이 5개 후보와 1년 예상액으로 바뀝니다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600BAE-2A2F-4D21-BBD5-1B48482E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2893F-C8D6-41B2-93C7-42216F01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샘플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CD989-62AF-4B20-8A4C-276DB6D5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3251F"/>
                </a:solidFill>
              </a:defRPr>
            </a:pPr>
            <a:r>
              <a:rPr sz="4350" b="1" i="0">
                <a:solidFill>
                  <a:srgbClr val="13251F"/>
                </a:solidFill>
              </a:rPr>
              <a:t>14건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05F65-7861-404A-86CC-5200B16D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카드 승인 문자와 결제내역을</a:t>
            </a:r>
          </a:p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한 번에 붙여넣습니다.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BD744-29A2-4958-977D-A7B4B762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143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40265-D472-4141-981D-381F4ECF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72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D23F"/>
                </a:solidFill>
              </a:defRPr>
            </a:pPr>
            <a:r>
              <a:rPr sz="1650" b="1" i="0">
                <a:solidFill>
                  <a:srgbClr val="FFD23F"/>
                </a:solidFill>
              </a:rPr>
              <a:t>5개 후보  ·  월 63,790원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2F549-A295-4328-BD96-64E9AEDF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EEE7"/>
                </a:solidFill>
              </a:defRPr>
            </a:pPr>
            <a:r>
              <a:rPr sz="1200" b="0" i="0">
                <a:solidFill>
                  <a:srgbClr val="DFEEE7"/>
                </a:solidFill>
              </a:rPr>
              <a:t>연 765,480원  ·  반복 주기와 분류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0C2B8-4AE0-4403-9B72-61EEFAF0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28800"/>
            <a:ext cx="6096000" cy="43434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7a93e81e64c38"/>
          <a:stretch xmlns:a="http://schemas.openxmlformats.org/drawingml/2006/main"/>
        </p:blipFill>
        <p:spPr>
          <a:xfrm xmlns:a="http://schemas.openxmlformats.org/drawingml/2006/main">
            <a:off x="5029200" y="2044898"/>
            <a:ext cx="5562600" cy="3911203"/>
          </a:xfrm>
          <a:prstGeom xmlns:a="http://schemas.openxmlformats.org/drawingml/2006/main" prst="roundRect">
            <a:avLst>
              <a:gd name="adj" fmla="val 283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A14D22-3DA4-46B1-861D-29AC399E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5917915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67489E-E129-4B08-99DF-0B6397B1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6B3A3-F8AF-47E1-858A-A860CE33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필요한 요약만 읽고, 선택할 때 실행됩니다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0E9E45-91E9-4146-8F66-A089C8BE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6E6E9D-46E6-453C-A54D-E1558C5D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DFEEE7"/>
          </a:solidFill>
          <a:ln xmlns:a="http://schemas.openxmlformats.org/drawingml/2006/main" w="9525">
            <a:solidFill>
              <a:srgbClr val="DFE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FE6EA-FC43-4804-8C47-323E9F40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브라우저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AE15C-4D87-47AA-B644-E7C87C71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결제처 통합·분류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주기·금액·신뢰도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민감정보 제거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F9C61E-FB86-4FA7-9AF6-5338BFD8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5B832-85FD-45B5-A32F-364CB0A7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Vercel 함수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488DA2-A6C4-4C2D-9014-784C379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Gemini API 호출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API 키 서버 보관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요약값만 전달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88C4B-3F34-4179-8838-22182DD1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125CC-D9C2-467F-8D77-9CADAA4D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후보별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8F5E87-6840-48C0-A79C-2A9F6AE0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후보 설명·우선순위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월·1년 절약액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다음 행동·주의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321DBB-F61B-49D5-A77F-662621D9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원문·카드번호 전송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EF63C1-A79B-4E4D-BDCD-557B79BD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AI 일괄 분석 하루 7회 · 사용량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F68C9-B267-403E-8EA2-CEED481E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673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실패 시 로컬 자동 설명으로 계속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26217C-013C-4180-87E7-830FD094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7329748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BF48C-D986-4A56-A13E-B10FADD0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F424E7-6DED-43A2-8BE6-4F56457B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우선순위와 절약액이 다음 행동을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0036F-75DE-4586-B209-79390F1F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C53DC-5123-422C-966C-F017307A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715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2C05F-7ADE-49E8-8C48-9589AC42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0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AI 분석 예시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FBE4E-74D1-4033-8FF4-3F7C7586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판단  최근 3개월 월간 반복 결제 후보입니다.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영향  월 17,000원 · 1년 204,000원입니다.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우선순위  모름 상태라 이용 여부를 먼저 확인하세요.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다음 행동  필요하면 해지예정으로 표시하세요.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4F03AC-19C0-4E38-9575-F0183955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101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3756E"/>
                </a:solidFill>
              </a:defRPr>
            </a:pPr>
            <a:r>
              <a:rPr sz="1125" b="0" i="0">
                <a:solidFill>
                  <a:srgbClr val="63756E"/>
                </a:solidFill>
              </a:rPr>
              <a:t>참고 정보이며 카드사 조회나 해지 대행이 아닙니다.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F72528-D052-4E38-AF9D-11AD55F5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결과 화면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82FBE-06A9-445B-93C5-87960DFA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810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해지예정으로 표시하면</a:t>
            </a:r>
          </a:p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우선순위와 월·1년 절약액,</a:t>
            </a:r>
          </a:p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목표 진행률이 즉시 갱신됩니다.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C2D106-9DEB-4ACA-ACB9-4F239969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70D3CE-81AC-4484-ADA6-0A6B42A3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62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0D2921"/>
                </a:solidFill>
              </a:defRPr>
            </a:pPr>
            <a:r>
              <a:rPr sz="1575" b="1" i="0">
                <a:solidFill>
                  <a:srgbClr val="0D2921"/>
                </a:solidFill>
              </a:rPr>
              <a:t>분석 → 이해 → 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BE7332-D2DE-4E56-BB63-3F83E394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9051769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2B9D35-4984-48C0-8333-E5758C32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다음 결제 전에, 하나부터 확인하세요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09492-F9A0-46FE-983C-505D930C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DFEEE7"/>
                </a:solidFill>
              </a:defRPr>
            </a:pPr>
            <a:r>
              <a:rPr sz="1950" b="1" i="0">
                <a:solidFill>
                  <a:srgbClr val="DFEEE7"/>
                </a:solidFill>
              </a:rPr>
              <a:t>여러 카드와 결제 알림에 흩어진 자동결제를</a:t>
            </a:r>
          </a:p>
          <a:p xmlns:a="http://schemas.openxmlformats.org/drawingml/2006/main">
            <a:pPr algn="l">
              <a:defRPr sz="1950" b="1" i="0">
                <a:solidFill>
                  <a:srgbClr val="DFEEE7"/>
                </a:solidFill>
              </a:defRPr>
            </a:pPr>
            <a:r>
              <a:rPr sz="1950" b="1" i="0">
                <a:solidFill>
                  <a:srgbClr val="DFEEE7"/>
                </a:solidFill>
              </a:rPr>
              <a:t>AI로 정리하는 개인정보 보호형 구독 관리 도구입니다.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9B1E13-C8A1-4F53-AB31-3AF741AA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4476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F4243-ED00-4A0B-B7C4-BC294386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D2921"/>
                </a:solidFill>
              </a:defRPr>
            </a:pPr>
            <a:r>
              <a:rPr sz="1425" b="1" i="0">
                <a:solidFill>
                  <a:srgbClr val="0D2921"/>
                </a:solidFill>
              </a:rPr>
              <a:t>https://subscription-cleaning.vercel.app/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4D361-89F2-4C02-BBA3-21D605C8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통합·분류  ·  AI 일괄 분석  ·  해지 우선순위  ·  월·1년 절약액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CC9ADC-0CC3-489B-9638-8B1F5CF3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19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09C42-4338-4366-9FFC-906DC5EB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DFEEE7"/>
                </a:solidFill>
              </a:defRPr>
            </a:pPr>
            <a:r>
              <a:rPr sz="1350" b="0" i="0">
                <a:solidFill>
                  <a:srgbClr val="DFEEE7"/>
                </a:solidFill>
              </a:rPr>
              <a:t>Subscription Cleaning</a:t>
            </a:r>
          </a:p>
        </p:txBody>
      </p:sp>
    </p:spTree>
    <p:extLst>
      <p:ext uri="{BB962C8B-B14F-4D97-AF65-F5344CB8AC3E}">
        <p14:creationId xmlns:p14="http://schemas.microsoft.com/office/powerpoint/2010/main" val="6259280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2026-08-25T17:34:49.1400000Z</dcterms:created>
  <dcterms:modified xsi:type="dcterms:W3CDTF">2026-08-25T17:34:49.1410000Z</dcterms:modified>
</coreProperties>
</file>