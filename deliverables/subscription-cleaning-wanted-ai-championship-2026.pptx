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146670cd6a46ad" /><Relationship Type="http://schemas.openxmlformats.org/officeDocument/2006/relationships/extended-properties" Target="/docProps/app.xml" Id="R43bece510b034b6e" /><Relationship Type="http://schemas.openxmlformats.org/officeDocument/2006/relationships/officeDocument" Target="/ppt/presentation.xml" Id="R5b16635e08cb4e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cf5b94dbdc4ea0"/>
  </p:sldMasterIdLst>
  <p:notesMasterIdLst>
    <p:notesMasterId xmlns:r="http://schemas.openxmlformats.org/officeDocument/2006/relationships" r:id="R0ca3092269dd4ac8"/>
  </p:notesMasterIdLst>
  <p:sldIdLst>
    <p:sldId xmlns:r="http://schemas.openxmlformats.org/officeDocument/2006/relationships" id="256" r:id="Re3ccde61a013462f"/>
    <p:sldId xmlns:r="http://schemas.openxmlformats.org/officeDocument/2006/relationships" id="257" r:id="R8cd9e3fbd3b5481a"/>
    <p:sldId xmlns:r="http://schemas.openxmlformats.org/officeDocument/2006/relationships" id="258" r:id="R28ad3119010d41a2"/>
    <p:sldId xmlns:r="http://schemas.openxmlformats.org/officeDocument/2006/relationships" id="259" r:id="R29c95dda49444da3"/>
    <p:sldId xmlns:r="http://schemas.openxmlformats.org/officeDocument/2006/relationships" id="260" r:id="Rb6c235cf07084ff1"/>
    <p:sldId xmlns:r="http://schemas.openxmlformats.org/officeDocument/2006/relationships" id="261" r:id="R907223f47bad49f2"/>
    <p:sldId xmlns:r="http://schemas.openxmlformats.org/officeDocument/2006/relationships" id="262" r:id="R61715afb73b842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006044ed7a418e" /><Relationship Type="http://schemas.openxmlformats.org/officeDocument/2006/relationships/slideMaster" Target="/ppt/slideMasters/slideMaster1.xml" Id="R6dcf5b94dbdc4ea0" /><Relationship Type="http://schemas.openxmlformats.org/officeDocument/2006/relationships/notesMaster" Target="/ppt/notesMasters/notesMaster1.xml" Id="R0ca3092269dd4ac8" /><Relationship Type="http://schemas.openxmlformats.org/officeDocument/2006/relationships/presProps" Target="/ppt/presProps.xml" Id="Rc45834b791bb4647" /><Relationship Type="http://schemas.openxmlformats.org/officeDocument/2006/relationships/tableStyles" Target="/ppt/tableStyles.xml" Id="Rac094d07abe44f0e" /><Relationship Type="http://schemas.openxmlformats.org/officeDocument/2006/relationships/slide" Target="/ppt/slides/slide1.xml" Id="Re3ccde61a013462f" /><Relationship Type="http://schemas.openxmlformats.org/officeDocument/2006/relationships/slide" Target="/ppt/slides/slide2.xml" Id="R8cd9e3fbd3b5481a" /><Relationship Type="http://schemas.openxmlformats.org/officeDocument/2006/relationships/slide" Target="/ppt/slides/slide3.xml" Id="R28ad3119010d41a2" /><Relationship Type="http://schemas.openxmlformats.org/officeDocument/2006/relationships/slide" Target="/ppt/slides/slide4.xml" Id="R29c95dda49444da3" /><Relationship Type="http://schemas.openxmlformats.org/officeDocument/2006/relationships/slide" Target="/ppt/slides/slide5.xml" Id="Rb6c235cf07084ff1" /><Relationship Type="http://schemas.openxmlformats.org/officeDocument/2006/relationships/slide" Target="/ppt/slides/slide6.xml" Id="R907223f47bad49f2" /><Relationship Type="http://schemas.openxmlformats.org/officeDocument/2006/relationships/slide" Target="/ppt/slides/slide7.xml" Id="R61715afb73b842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9efdf794fc4c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a2c2b5f8ba4c70" /><Relationship Type="http://schemas.openxmlformats.org/officeDocument/2006/relationships/notesMaster" Target="/ppt/notesMasters/notesMaster1.xml" Id="R040d5b3cd7c249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460716ae564c0d" /><Relationship Type="http://schemas.openxmlformats.org/officeDocument/2006/relationships/notesMaster" Target="/ppt/notesMasters/notesMaster1.xml" Id="Ra5a77bd4100a4a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e7d61563dd4a19" /><Relationship Type="http://schemas.openxmlformats.org/officeDocument/2006/relationships/notesMaster" Target="/ppt/notesMasters/notesMaster1.xml" Id="R61ef0db152d544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f42dfdcb7644dd" /><Relationship Type="http://schemas.openxmlformats.org/officeDocument/2006/relationships/notesMaster" Target="/ppt/notesMasters/notesMaster1.xml" Id="R3c772a25e9444b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dfa96404ec4555" /><Relationship Type="http://schemas.openxmlformats.org/officeDocument/2006/relationships/notesMaster" Target="/ppt/notesMasters/notesMaster1.xml" Id="R2e07becf457d40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2a2c79b93d4f73" /><Relationship Type="http://schemas.openxmlformats.org/officeDocument/2006/relationships/notesMaster" Target="/ppt/notesMasters/notesMaster1.xml" Id="Rdd634eb2871b49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5be8a24edf4069" /><Relationship Type="http://schemas.openxmlformats.org/officeDocument/2006/relationships/notesMaster" Target="/ppt/notesMasters/notesMaster1.xml" Id="Ra789fb1f2c534d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이름과 한 문장 가치 제안을 먼저 보여줍니다. 이 프로젝트는 반복 결제를 찾는 데서 끝나지 않고, AI가 사용자가 취할 다음 행동까지 설명하는 점이 핵심입니다.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반복 결제 관리의 문제를 ‘기록 부족’이 아니라 ‘판단할 수 있는 형태로 보이지 않음’으로 정의합니다.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서비스의 전체 흐름을 4단계로 보여줍니다. 입력 장벽을 낮추고, 결과를 행동으로 연결하는 것이 중요한 설계입니다.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시연 화면은 샘플 결제내역을 분석한 실제 로컬 실행 결과입니다. 14건에서 5개 후보가 생성되고, 결제처가 통합·분류됩니다. 분석 버튼을 다시 누르면 전체 후보의 AI 분석을 한 번에 요청합니다.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기능의 핵심은 데이터를 더 많이 보내는 것이 아니라, 필요한 정보만 구조화해서 보내는 것입니다. Google Gemini API 호출은 Vercel 서버 함수에서 수행하고, 연결이 없을 때도 시연 가능한 대체 설명을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Gemini Generate Content API: https://ai.google.dev/api/generate-content</a:t>
            </a:r>
          </a:p>
          <a:p xmlns:a="http://schemas.openxmlformats.org/drawingml/2006/main">
            <a:r>
              <a:t>- Gemini structured outputs: https://ai.google.dev/gemini-api/docs/structured-output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AI를 기능 시연으로 끝내지 않고, 결제처 통합과 분류 결과를 사용자의 상태 선택과 절약 목표 확인까지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마지막에는 기능 목록보다 사용자가 얻게 되는 행동 변화를 남깁니다. 공식 대회는 자유 주제이며 실제 문제 해결과 AI 활용 적절성을 평가하므로, 서비스 링크와 AI 기능을 함께 제시합니다.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Wanted AI Championship 2026 official guide: https://static.wanted.co.kr/ai-championship/2026/landing.html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54cbd50784e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9081a7a69c4c24" /><Relationship Type="http://schemas.openxmlformats.org/officeDocument/2006/relationships/slideLayout" Target="/ppt/slideLayouts/slideLayout1.xml" Id="R4731c2f3785b47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31c2f3785b47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40944f59d444c" /><Relationship Type="http://schemas.openxmlformats.org/officeDocument/2006/relationships/image" Target="/ppt/media/image.png" Id="Rcd2a167556e64c26" /><Relationship Type="http://schemas.openxmlformats.org/officeDocument/2006/relationships/notesSlide" Target="/ppt/notesSlides/notesSlide1.xml" Id="R38e55b31b9314a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977c6f9794df7" /><Relationship Type="http://schemas.openxmlformats.org/officeDocument/2006/relationships/notesSlide" Target="/ppt/notesSlides/notesSlide2.xml" Id="Ree2d897cbc5f40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5f1b7546642fa" /><Relationship Type="http://schemas.openxmlformats.org/officeDocument/2006/relationships/notesSlide" Target="/ppt/notesSlides/notesSlide3.xml" Id="R05b8dea9f8ba43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3798d30f1491e" /><Relationship Type="http://schemas.openxmlformats.org/officeDocument/2006/relationships/image" Target="/ppt/media/image2.png" Id="R3da3a78e3ca14d7e" /><Relationship Type="http://schemas.openxmlformats.org/officeDocument/2006/relationships/notesSlide" Target="/ppt/notesSlides/notesSlide4.xml" Id="Ra620f3b57e7a40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8fbf8c2994363" /><Relationship Type="http://schemas.openxmlformats.org/officeDocument/2006/relationships/notesSlide" Target="/ppt/notesSlides/notesSlide5.xml" Id="Re34754ae138d4f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57b9f4c494b16" /><Relationship Type="http://schemas.openxmlformats.org/officeDocument/2006/relationships/notesSlide" Target="/ppt/notesSlides/notesSlide6.xml" Id="R5dabf401235840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3b8a65c104816" /><Relationship Type="http://schemas.openxmlformats.org/officeDocument/2006/relationships/notesSlide" Target="/ppt/notesSlides/notesSlide7.xml" Id="R1e33414b78b04a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0B29C-780D-4250-8E7D-B67BD69C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1A357-1B09-4CD2-B2BC-67FABB50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D4828-D037-4E28-B167-5A249F1E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결제내역을 붙여넣으면</a:t>
            </a:r>
          </a:p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AI가 다음 행동까지 설명합니다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A57F0-F2AF-498B-959A-B77145C4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Wanted AI Championship 2026  ·  출품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990E8-31D8-4BC9-912D-AFCC1240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23900"/>
            <a:ext cx="3048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FFFDFA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67556e64c26"/>
          <a:stretch xmlns:a="http://schemas.openxmlformats.org/drawingml/2006/main"/>
        </p:blipFill>
        <p:spPr>
          <a:xfrm xmlns:a="http://schemas.openxmlformats.org/drawingml/2006/main">
            <a:off x="8286750" y="1020233"/>
            <a:ext cx="2667000" cy="4741333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17604979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AACC6-6F9F-4A22-9100-41D12DFF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36A20-D03D-4ADA-BB54-B707F044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문제는 지출이 아니라 기억의 빈틈입니다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8F61F-BF92-4F66-849E-F2228DC8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D3826-3CC7-415B-8886-158713CF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매달 빠져나가는 결제는 여러 카드와 서비스에 흩어져 있고,</a:t>
            </a:r>
          </a:p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사용자는 그 결제가 아직 필요한지 다시 판단할 순간을 놓칩니다.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F09404-76C8-4EFE-81C8-4D23C0CC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74324-E733-443E-B696-D805DDCD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8060"/>
                </a:solidFill>
              </a:defRPr>
            </a:pPr>
            <a:r>
              <a:rPr sz="1650" b="1" i="0">
                <a:solidFill>
                  <a:srgbClr val="118060"/>
                </a:solidFill>
              </a:rPr>
              <a:t>흩어진 흔적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71145-F665-42C2-83AA-76951703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 문자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카드앱 알림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앱스토어·간편결제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5D563-517D-4FD9-9AD7-45036BF0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4B719-108F-4299-A324-FD2C151B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0644F"/>
                </a:solidFill>
              </a:defRPr>
            </a:pPr>
            <a:r>
              <a:rPr sz="1650" b="1" i="0">
                <a:solidFill>
                  <a:srgbClr val="E0644F"/>
                </a:solidFill>
              </a:rPr>
              <a:t>놓치는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117FB8-BB73-4858-B9C6-FE5DE135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이게 구독인가?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다음 결제일은 언제인가?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계속 써야 하나?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154CE-D7E9-48C8-83AA-CFE4BAE3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8575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C24753-7062-423C-AE78-AEFE3378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D23F"/>
                </a:solidFill>
              </a:defRPr>
            </a:pPr>
            <a:r>
              <a:rPr sz="1500" b="1" i="0">
                <a:solidFill>
                  <a:srgbClr val="FFD23F"/>
                </a:solidFill>
              </a:rPr>
              <a:t>구독청소의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84909-8C84-421F-A223-A719F91D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“이번 달에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반복해서 빠지는 돈은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얼마인가?”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480522-8D47-415E-8494-4C647E9D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6740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44675C-D37A-4618-BDEB-972636AD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FB69D-8996-421B-9433-9641AF96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붙여넣기 한 번이 점검 루틴을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060708-58B8-4E56-81C9-D17ECB46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B9235-FF0C-4268-A2F8-CBCDDAC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5C923-7D9B-4CB0-B1B0-04E621B4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6193D-C5A1-4030-AC0B-10BF4E3D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DC147-78B2-424D-AA79-424D9852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붙여넣기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BF7026-AB8D-4A1D-90B3-8639871C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카드 문자·앱 알림·CSV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AF233-848F-44BD-AE7B-E8ED0022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77495-DB7A-436B-B821-801F89C1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6AE48-0208-4AE2-B1E3-9A211B8C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0A50C-00C6-4E5B-9653-F7EE9AA3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통합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E7D4D7-BC86-473F-8517-C7ED430B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APPLE.COM/BILL → Apple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B7960C-D661-4203-80FF-56AE0D14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1FE632-C6A9-4434-A435-7F125A60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87B30-19F8-4B14-B85D-D98EC673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F454F4-CDCE-497D-AA01-F5E51D1A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후보화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39CCC6-36E4-4352-A281-1742D43D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분류·주기·신뢰도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A5A41-1073-4D83-9D4E-62D1840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EB6B3B-0853-4D2F-9C42-4DA9E6E3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23F"/>
                </a:solidFill>
              </a:defRPr>
            </a:pPr>
            <a:r>
              <a:rPr sz="1200" b="1" i="0">
                <a:solidFill>
                  <a:srgbClr val="FFD23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820BBA-C80B-437B-B2CC-9B9E69D6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758A19-9891-4DAA-9E01-2BD8E97D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FEEE7"/>
                </a:solidFill>
              </a:defRPr>
            </a:pPr>
            <a:r>
              <a:rPr sz="1275" b="1" i="0">
                <a:solidFill>
                  <a:srgbClr val="DFEEE7"/>
                </a:solidFill>
              </a:rPr>
              <a:t>우선순위·절약액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092D96-EF20-4D3E-970A-4126FEE1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3756E"/>
                </a:solidFill>
              </a:defRPr>
            </a:pPr>
            <a:r>
              <a:rPr sz="1500" b="1" i="0">
                <a:solidFill>
                  <a:srgbClr val="63756E"/>
                </a:solidFill>
              </a:rPr>
              <a:t>기본 분석은 브라우저에서 실행되고, 사용자가 분석을 누를 때만 전체 후보의 최소 요약값을 AI에 전달합니다.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1FC09D-48A7-4555-A61D-5016F03A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0215740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E24E54-EEC6-4792-BCF2-0FBA9A52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A9FF1-0D14-47D4-8A18-2DC335F1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14건의 결제내역이 5개 후보와 1년 예상액으로 바뀝니다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2F8B7-FA15-4314-960D-7CC84B99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5DC27-9F72-47AF-A0D0-8DA7A31B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샘플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56243-7A2D-4257-A861-9F466165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51F"/>
                </a:solidFill>
              </a:defRPr>
            </a:pPr>
            <a:r>
              <a:rPr sz="4350" b="1" i="0">
                <a:solidFill>
                  <a:srgbClr val="13251F"/>
                </a:solidFill>
              </a:rPr>
              <a:t>14건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BA472-6DB6-4FB3-890C-0D2A3CF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카드 승인 문자와 결제내역을</a:t>
            </a:r>
          </a:p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한 번에 붙여넣습니다.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00F67B-948E-4AB5-9C76-DC2801D5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143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7EBBA-2EA2-4E17-82D9-E7CE1896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D23F"/>
                </a:solidFill>
              </a:defRPr>
            </a:pPr>
            <a:r>
              <a:rPr sz="1650" b="1" i="0">
                <a:solidFill>
                  <a:srgbClr val="FFD23F"/>
                </a:solidFill>
              </a:rPr>
              <a:t>5개 후보  ·  월 63,790원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502D9-2334-47CD-826E-A9ABC7C5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EEE7"/>
                </a:solidFill>
              </a:defRPr>
            </a:pPr>
            <a:r>
              <a:rPr sz="1200" b="0" i="0">
                <a:solidFill>
                  <a:srgbClr val="DFEEE7"/>
                </a:solidFill>
              </a:rPr>
              <a:t>연 765,480원  ·  반복 주기와 분류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BDA1D-FF39-4E0B-8D35-473D5EAF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28800"/>
            <a:ext cx="6096000" cy="43434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a3a78e3ca14d7e"/>
          <a:stretch xmlns:a="http://schemas.openxmlformats.org/drawingml/2006/main"/>
        </p:blipFill>
        <p:spPr>
          <a:xfrm xmlns:a="http://schemas.openxmlformats.org/drawingml/2006/main">
            <a:off x="5029200" y="2044898"/>
            <a:ext cx="5562600" cy="3911203"/>
          </a:xfrm>
          <a:prstGeom xmlns:a="http://schemas.openxmlformats.org/drawingml/2006/main" prst="roundRect">
            <a:avLst>
              <a:gd name="adj" fmla="val 283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9C018-1A7F-4D38-9BB6-6F692A90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7411136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F5F057-E21B-4E83-92A9-9AA625CC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EAF55D-F4ED-47E7-AFFF-2B61D0B8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필요한 요약만 읽고, 선택할 때 실행됩니다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C83A3-2570-40FE-A5AE-9C2EA3A9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B9BB4-E73C-455B-A6CE-3D90DD7E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FEEE7"/>
          </a:solidFill>
          <a:ln xmlns:a="http://schemas.openxmlformats.org/drawingml/2006/main" w="9525">
            <a:solidFill>
              <a:srgbClr val="DFE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3F7C5-C26F-43DF-BF9E-4B0BEE17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브라우저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2E4FA-05E6-4642-835C-23E563E7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결제처 통합·분류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주기·금액·신뢰도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민감정보 제거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F2B49-D608-4493-8C41-E4E16BCE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814A6-0B2B-462C-93B8-64572EB0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Vercel 함수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5D7C6-081B-48AA-BB7F-98A83218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Gemini API 호출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API 키 서버 보관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요약값만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C1FC16-480C-4ABE-A1CD-DE5AA47D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E6908-C145-472E-94BF-3A22CAC8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후보별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CF7B8D-BA00-48FC-B47B-5AE0BE99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후보 설명·우선순위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월·1년 절약액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다음 행동·주의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D4F66-4106-40B1-89A0-CD856908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원문·카드번호 전송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B29F8-3839-4C0F-85A6-EF612E0A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AI 일괄 분석 하루 7회 · 사용량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8EA21-A7D1-4980-A9E7-4A63BBEF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67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실패 시 로컬 자동 설명으로 계속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8CF01-F855-41C2-8DD6-1305F5F4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9208786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8BA05-0CDB-4D23-86C1-425EC01E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6B022-D8F4-4647-BB32-4DE80285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우선순위와 절약액이 다음 행동을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CF1A7-FFB8-4992-8045-3166BD14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6A03E-6442-4207-B2DD-2EA50188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6AC63-78D7-447D-87D0-848363AD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AI 분석 예시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2E1B5-12EB-4A3F-9A02-F270F820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판단  최근 3개월 월간 반복 결제 후보입니다.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영향  월 17,000원 · 1년 204,000원입니다.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우선순위  모름 상태라 이용 여부를 먼저 확인하세요.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다음 행동  필요하면 해지예정으로 표시하세요.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DB7A5-B1A8-45EB-8E37-91234716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101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3756E"/>
                </a:solidFill>
              </a:defRPr>
            </a:pPr>
            <a:r>
              <a:rPr sz="1125" b="0" i="0">
                <a:solidFill>
                  <a:srgbClr val="63756E"/>
                </a:solidFill>
              </a:rPr>
              <a:t>참고 정보이며 카드사 조회나 해지 대행이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A36E3-6A48-4166-97C7-70CEFD18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결과 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9AD05-0383-4CBF-8257-A0F947B6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해지예정으로 표시하면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우선순위와 월·1년 절약액,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목표 진행률이 즉시 갱신됩니다.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C8A7D-4DB2-414B-903B-54B3D058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B3665-84C4-4E05-82E1-D6889206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0D2921"/>
                </a:solidFill>
              </a:defRPr>
            </a:pPr>
            <a:r>
              <a:rPr sz="1575" b="1" i="0">
                <a:solidFill>
                  <a:srgbClr val="0D2921"/>
                </a:solidFill>
              </a:rPr>
              <a:t>분석 → 이해 →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48D1E-4571-41C2-BAD3-CF1FDE16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3380363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F1C97-27DD-490A-998A-18D58CFA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다음 결제 전에, 하나부터 확인하세요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1E6EB-0BF6-4200-918A-94C50052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여러 카드와 결제 알림에 흩어진 자동결제를</a:t>
            </a:r>
          </a:p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AI로 정리하는 개인정보 보호형 구독 관리 도구입니다.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65098-9F47-46A5-A4EE-5126C5C5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476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A5EF4-69A0-4022-9E98-4DC17FC1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D2921"/>
                </a:solidFill>
              </a:defRPr>
            </a:pPr>
            <a:r>
              <a:rPr sz="1425" b="1" i="0">
                <a:solidFill>
                  <a:srgbClr val="0D2921"/>
                </a:solidFill>
              </a:rPr>
              <a:t>https://subscription-cleaning.vercel.app/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6E062-30E6-4F51-AA06-E78A0122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통합·분류  ·  AI 일괄 분석  ·  해지 우선순위  ·  월·1년 절약액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C7D46-3D13-428E-95A1-65FA30A5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B91C9-4EC2-4210-BAF9-41D47568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DFEEE7"/>
                </a:solidFill>
              </a:defRPr>
            </a:pPr>
            <a:r>
              <a:rPr sz="1350" b="0" i="0">
                <a:solidFill>
                  <a:srgbClr val="DFEEE7"/>
                </a:solidFill>
              </a:rPr>
              <a:t>Subscription Cleaning</a:t>
            </a:r>
          </a:p>
        </p:txBody>
      </p:sp>
    </p:spTree>
    <p:extLst>
      <p:ext uri="{BB962C8B-B14F-4D97-AF65-F5344CB8AC3E}">
        <p14:creationId xmlns:p14="http://schemas.microsoft.com/office/powerpoint/2010/main" val="12799588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2026-08-25T17:49:10.5370000Z</dcterms:created>
  <dcterms:modified xsi:type="dcterms:W3CDTF">2026-08-25T17:49:10.5370000Z</dcterms:modified>
</coreProperties>
</file>